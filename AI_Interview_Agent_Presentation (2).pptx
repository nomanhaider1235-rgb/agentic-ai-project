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0F3F4"/>
                </a:solidFill>
                <a:latin typeface="Arial"/>
              </a:defRPr>
            </a:pPr>
            <a:r>
              <a:t>AI Interview Agent</a:t>
            </a:r>
          </a:p>
          <a:p>
            <a:pPr>
              <a:spcBef>
                <a:spcPts val="1000"/>
              </a:spcBef>
              <a:defRPr sz="2400">
                <a:solidFill>
                  <a:srgbClr val="2980B9"/>
                </a:solidFill>
                <a:latin typeface="Arial"/>
              </a:defRPr>
            </a:pPr>
            <a:r>
              <a:t>Personalized &amp; Adaptive Job Interview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3F4"/>
                </a:solidFill>
                <a:latin typeface="Arial"/>
              </a:defRPr>
            </a:pPr>
            <a:r>
              <a:t>Presented by: Noman Haider</a:t>
            </a:r>
          </a:p>
          <a:p>
            <a:pPr>
              <a:spcBef>
                <a:spcPts val="500"/>
              </a:spcBef>
              <a:defRPr sz="1800">
                <a:solidFill>
                  <a:srgbClr val="F0F3F4"/>
                </a:solidFill>
                <a:latin typeface="Arial"/>
              </a:defRPr>
            </a:pPr>
            <a:r>
              <a:t>Course: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AI-powered system for conducting structural and dynamic job interviews.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Collects comprehensive candidate profile information up-front.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Generates highly personalized interview questions tailored to specific roles.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Evaluates answers automatically using advanced large language models.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Produces a professional, actionable final feedback report for recruiters.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Problem Statement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Traditional interviews can be extremely time-consuming for technical panels.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Interview questions frequently lack deep personalization for varied candidates.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Manual answer evaluation can introduce subjective bias and inconsistency.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Proposed Solution: Analyze candidate profile, build a specialized template, ask one targeted question at a time, score answers accurately, and dynamically adapt difficulty.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Key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Delivering a thoroughly personalized interview experience for every profile.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Ensuring automatic, data-driven answer evaluation on a reliable matrix.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Implementing adaptive question difficulty tracking real-time performance.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Accurately identifying core technical strengths and conceptual weaknesses.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Providing definitive, data-backed hiring recommendations for HR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Python — Powers the core application engine and architectural business logic.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Streamlit — Provides an intuitive, responsive, and responsive web user interface.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Groq API / LLM — Drives the underlying AI interview intelligence and reasoning framework.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JSON — Ensures strictly structured data interchange and safe LLM responses.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python-dotenv — Manages sensitive system API key configurations and environments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Candidate Information Intake: Forms profile parsing baseline setup.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Analyze &amp; Plan: Dynamically prepares tailored target job interview outline.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Ask &amp; Answer: Single-question pacing prevents cognitive overload.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Evaluate: Real-time scoring matrix scales from 0 to 10 points per query.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Adapt Difficulty: Iteratively updates next-level questions based on evaluation.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Final Report: Generates summary, strengths, and holistic hiring verdict.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Dynamic Profile Parsing Form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Technical, Behavioral &amp; Scenario-based Testing Modules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0-10 Comprehensive Scoring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Simultaneous Technical &amp; Communication Assessment Matrix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Duplicate-Question Protection Infrastructure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Automatic Answer-Box Resets Upon Submission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Automated Hiring Verdict &amp; Professional Summary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Live Demo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Step 1: Enter complete candidate information and parameters.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Step 2: Click 'Analyze Profile &amp; Start Interview' to launch the agent workflow.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Step 3: Answer the dynamically generated questions one by one.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Step 4: Submit answers instantly to view immediate AI evaluations.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Step 5: Safely progress through the automatically adapting difficulty tiers.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Step 6: Review and export the comprehensive final interview report summary.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Comprehensive Final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Overall Performance Score Breakdown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Granular Technical Skills Assessment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Communication Competency &amp; Delivery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Identified Key Strengths &amp; Conceptual Areas of Weaknesses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Targeted Recommended Learning Topics Matrix</a:t>
            </a:r>
          </a:p>
          <a:p>
            <a:pPr>
              <a:spcBef>
                <a:spcPts val="1000"/>
              </a:spcBef>
              <a:defRPr sz="1800">
                <a:solidFill>
                  <a:srgbClr val="2C3E50"/>
                </a:solidFill>
              </a:defRPr>
            </a:pPr>
            <a:r>
              <a:t>• Final Data-Backed Hiring Recommendations and Professional Summaries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Voice-Based Interviews: Implementing advanced natural speech processing inputs.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Resume Upload: Direct PDF/DOCX parsing and automated profiling.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Interview History: Local and cloud-hosted databases tracking historical records.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PDF Report Generation: Fully portable report styling for direct downloads.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Multi-Role Support: Simultaneous testing pathways across distinct enterprise tracks.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Advanced Analytics: Deep speech pattern, tone, and sentiment tracking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AI Interview Agent bridges the gap by completely automating manual interview overhead.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Provides a balanced, highly personalized, and adaptive framework.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Guarantees that all student/candidate answers are evaluated consistently without bias.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Delivers clear, highly actionable structural feedback metrics.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Empowers both prospective candidates and HR teams for better career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